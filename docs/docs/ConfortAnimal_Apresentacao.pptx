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8CE5EF-8DD1-4345-B347-A8132310B7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798DAE-689A-4BD6-8940-FAB17D8A1B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2BD440-3D80-4502-8844-5F4B1F56B2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8E9DDD6-56A5-43EF-8329-C9A380890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362CED-4734-441F-A84E-9FF07682DB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016FE7-B283-40DE-A5E5-602C580CEE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870877-ABA1-45F4-B424-559294713D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16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título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160" cy="298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A2056E-2284-4CCE-8930-C30556F5CA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6DB4FED-C414-443E-AC66-205AB90656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3E0224-6B8B-40C6-ACD1-3C93FE3F93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P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P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578652-6A71-4E6D-9FB4-0E71379C4C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914400"/>
            <a:ext cx="8228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🐄 ConfortAnimal</a:t>
            </a:r>
            <a:endParaRPr lang="pt-PT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828800" y="2011680"/>
            <a:ext cx="54849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Sistema de Avaliação de Conforto Térmico de Bovinos</a:t>
            </a:r>
            <a:endParaRPr lang="pt-P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200400" y="2743200"/>
            <a:ext cx="2741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Desenvolvido em Java com MySQL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743200" y="411480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UFCD 19 - Java Avançado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Lucas Gonçalves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Março 2026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Estresse Térmico em Bovinos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1097280"/>
            <a:ext cx="777096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IMPACTOS NEGATIVOS: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📉 Redução de até 30% na produção de leite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⚖️ Diminuição do ganho de peso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🔴 Problemas reprodutivos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😰 Comprometimento do bem-estar animal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40000" y="3060000"/>
            <a:ext cx="809892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NECESSIDADE: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Monitorização contínua das condições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Avaliação objetiva do conforto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Decisão baseada em dados científicos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4320000" y="393192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COMO MEDIR?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ITU (Índice de Temperatura e Umidade)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ConfortAnimal - A Solução Digital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1188720"/>
            <a:ext cx="383904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  📋 GESTÃO DE BOVINOS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Cadastro completo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Raça, linhagem 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Produção de leite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619880" y="1188720"/>
            <a:ext cx="383904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MONITORIZAÇÃO AMBIENTAL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Temperatura e umidade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Registro por local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Histórico climático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900000" y="3066480"/>
            <a:ext cx="7313760" cy="13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AVALIAÇÃO AUTOMÁTICA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	</a:t>
            </a: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       </a:t>
            </a:r>
            <a:r>
              <a:rPr lang="en-US" sz="1400" b="1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ITU = 0.8×T + (UR/100)×(T-14.4) + 46.4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600"/>
            </a:b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     CONFORTO  |  ⚠️  ALERTA  |  ❌     ESTRESSE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Arquitetura em 3 Camadas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1371600" y="1097280"/>
            <a:ext cx="6399360" cy="638640"/>
          </a:xfrm>
          <a:prstGeom prst="rect">
            <a:avLst/>
          </a:prstGeom>
          <a:solidFill>
            <a:srgbClr val="97bc62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APRESENTAÇÃO (Swing GUI)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ConfortAnimal.java + Login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389120" y="178308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1371600" y="2011680"/>
            <a:ext cx="6399360" cy="63864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SERVICE (Lógica de Negócio)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AnimalService | AmbienteService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4389120" y="269748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1371600" y="2926080"/>
            <a:ext cx="6399360" cy="63864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PERSISTENCE (Acesso a Dados)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AnimalDB | AmbienteDB | JDBC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4389120" y="361188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1371600" y="3840480"/>
            <a:ext cx="6399360" cy="63864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MYSQL 8.0 (Remoto)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62.28.39.135:3306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Entidades e Relacionamentos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2160000" y="1080000"/>
            <a:ext cx="4511880" cy="3958920"/>
          </a:xfrm>
          <a:prstGeom prst="rect">
            <a:avLst/>
          </a:prstGeom>
          <a:solidFill>
            <a:srgbClr val="1e6a39"/>
          </a:solidFill>
          <a:ln w="0">
            <a:noFill/>
          </a:ln>
          <a:effectLst>
            <a:outerShdw dir="2700000" dist="101823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Programação Orientada a Objetos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1080000" y="1155960"/>
            <a:ext cx="36561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1️. HERANÇA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Animal → Bovino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Reutilização de código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Propriedades protected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1023120" y="2469600"/>
            <a:ext cx="3656160" cy="7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2️. ENCAPSULAMENTO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Atributos private/protected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Validação em Setters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4680000" y="1154520"/>
            <a:ext cx="3656160" cy="7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3. EXCEÇÕES PERSONALIZADAS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DadosInvalidosException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ConexaoBDException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4680000" y="2520000"/>
            <a:ext cx="365616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4. VALIDAÇÃO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Múltiplas camadas no Service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2283840" y="3729600"/>
            <a:ext cx="365616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6. Polimorfismo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Possibilidade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921680" y="1828800"/>
            <a:ext cx="5724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Demonstração Prática</a:t>
            </a:r>
            <a:endParaRPr lang="pt-PT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125880" y="2926080"/>
            <a:ext cx="288936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97bc62"/>
                </a:solidFill>
                <a:effectLst/>
                <a:uFillTx/>
                <a:latin typeface="Calibri"/>
                <a:ea typeface="Microsoft YaHei"/>
              </a:rPr>
              <a:t>🔐 Tela de Login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97bc62"/>
                </a:solidFill>
                <a:effectLst/>
                <a:uFillTx/>
                <a:latin typeface="Calibri"/>
                <a:ea typeface="Microsoft YaHei"/>
              </a:rPr>
              <a:t>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🐄</a:t>
            </a:r>
            <a:r>
              <a:rPr lang="en-US" sz="2800" b="0" u="none" strike="noStrike">
                <a:solidFill>
                  <a:srgbClr val="97bc62"/>
                </a:solidFill>
                <a:effectLst/>
                <a:uFillTx/>
                <a:latin typeface="Calibri"/>
                <a:ea typeface="Microsoft YaHei"/>
              </a:rPr>
              <a:t>ConfortAnimal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3626280" y="3930120"/>
            <a:ext cx="1889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Credenciais de teste: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admin / admin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lucas / lucas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📋 Gestão de Bovinos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1097280"/>
            <a:ext cx="3411360" cy="11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CAMPOS: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Nome, Raça, Peso, Idade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Linhagem (LEITE/CARNE/DUPLA_APTIDAO)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Produção de Leite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0" y="1097280"/>
            <a:ext cx="2000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VALIDAÇÕES: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Peso &gt; 0 kg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Idade ≥ 0 meses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Campos obrigatórios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Produção ≥ 0 litros/dia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3497040" y="2926080"/>
            <a:ext cx="2148480" cy="18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[Registar]  [Listar]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 </a:t>
            </a: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[Apagar]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EXEMPLO: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Nome: Mimosa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Raça: Holstein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Peso: 450 kg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Produção: 25.5 L/dia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Monitorização Ambiental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1371600" y="1371600"/>
            <a:ext cx="241740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REGISTRO: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Local (texto livre)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Temperatura (°C)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Umidade (%)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Data automática (NOW())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3328200" y="3240000"/>
            <a:ext cx="2485800" cy="13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EXEMPLO: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📍 Local: Estábulo Principal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🌡️ Temperatura: 28.5°C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💧 Umidade: 75%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📅 Data: 2026-03-08 10:30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Avaliação de Conforto Térmico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914400" y="1005840"/>
            <a:ext cx="1837800" cy="13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PROCESSO: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1. Selecionar ambiente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2. [Gerar Avaliações]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3. Sistema calcula ITU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4. Classifica resultado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409360" y="1005840"/>
            <a:ext cx="2581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FÓRMULA: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ITU = 0.8×T + (UR/100)×(T-14.4) + 46.4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498480" y="2377440"/>
            <a:ext cx="2145240" cy="22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CLASSIFICAÇÃO: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ITU &lt; 72 → CONFORTO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(Animal sem stress)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⚠️ 72 ≤ ITU &lt; 79 → ALERTA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(Atenção necessária)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❌ ITU ≥ 79 → ESTRESSE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(Ação urgente!)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Tratamento Robusto de Erros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2929680" y="1097280"/>
            <a:ext cx="3282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</a:rPr>
              <a:t>ProjetoException (BASE)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  <a:ea typeface="Microsoft YaHei"/>
              </a:rPr>
              <a:t>↓         ↓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  <a:ea typeface="Microsoft YaHei"/>
              </a:rPr>
              <a:t>DadosInvalidos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  <a:ea typeface="Microsoft YaHei"/>
              </a:rPr>
              <a:t> </a:t>
            </a: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  <a:ea typeface="Microsoft YaHei"/>
              </a:rPr>
              <a:t>e ConexaoBD 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  <a:ea typeface="Microsoft YaHei"/>
              </a:rPr>
              <a:t> 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1371600" y="2743200"/>
            <a:ext cx="365616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VALIDAÇÕES: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Peso &gt;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Idade ≥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Nomes não vazios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Produção ≥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029200" y="2743200"/>
            <a:ext cx="16725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CAPTURA: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try-catch completo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Mensagens claras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JOptionPane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💻 Stack Tecnológica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900000" y="1097280"/>
            <a:ext cx="36561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LINGUAGEM: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Java SE 21 (LTS)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NetBeans IDE 15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43120" y="2323440"/>
            <a:ext cx="36561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INTERFACE: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Swing GUI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CardLayout, JTable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4860000" y="1080000"/>
            <a:ext cx="36561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BASE DE DADOS: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MySQL 8.0 (Remoto)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JDBC Connection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62.28.39.135:3306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860000" y="2323080"/>
            <a:ext cx="36561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CONCEITOS: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Herança, Polimorfismo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Arquitetura em Camadas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Exceções Personalizadas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✨ Pontos Fortes do Projeto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83120" y="113400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1️. HERANÇA EXPLÍCITA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2 tabelas: Animal + Bovino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4622760" y="108000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2️. ARQUITETURA PROFISSIONAL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Separação de responsabilidades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483120" y="198000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3️. VALIDAÇÃO MULTICAMADA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Interface → Service → Persistence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4680000" y="196884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4️. CÁLCULO CIENTÍFICO REAL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Fórmula ITU reconhecida mundialmente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483120" y="270000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5️. INTERFACE INTUITIVA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Fácil de usar, feedback visual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4680000" y="2700000"/>
            <a:ext cx="3656160" cy="4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6️. BASE DADOS REMOTA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Acessível de qualquer lugar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🚀 Trabalho Futuro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1203480" y="109728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GRÁFICOS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Evolução do ITU ao longo do tempo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040000" y="108000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📧 ALERTAS AUTOMÁTICOS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Email/SMS quando ITU crítico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1203480" y="196956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📄 RELATÓRIOS PDF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Estatísticas mensais/anuais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5040000" y="196884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🌍 MULTI-PROPRIEDADE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Gestão de várias fazendas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203480" y="286884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📱 APP MOBILE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Android/iOS para acesso remoto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5040000" y="2868840"/>
            <a:ext cx="3656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🤖 MACHINE LEARNING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Previsão e recomendações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1828800" y="731520"/>
            <a:ext cx="54849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Conclusão</a:t>
            </a:r>
            <a:endParaRPr lang="pt-P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1371600" y="1554480"/>
            <a:ext cx="6399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Sistema funcional completo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Conceitos OOP aplicados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Arquitetura profissional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Aplicação prática real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800000" y="3045960"/>
            <a:ext cx="54849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💡 IMPACTO: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Ferramenta útil para melhorar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bem-estar animal e produtividade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2286000" y="4114800"/>
            <a:ext cx="4570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OBRIGADO!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Perguntas? 🙋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pt-PT</dc:language>
  <cp:lastModifiedBy/>
  <dcterms:modified xsi:type="dcterms:W3CDTF">2026-03-10T10:50:58Z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